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8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6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74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3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1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04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1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5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6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74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0987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24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26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79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6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4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86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Impact on Global Jobs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Power BI Dashboard Presentation</a:t>
            </a:r>
          </a:p>
          <a:p>
            <a:r>
              <a:t>Prepared by Pratik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This project shows how AI is changing jobs.</a:t>
            </a:r>
          </a:p>
          <a:p>
            <a:r>
              <a:t>• It helps understand salary, AI usage, and job risk.</a:t>
            </a:r>
          </a:p>
          <a:p>
            <a:r>
              <a:t>• Dashboard is created using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contains AI job data.</a:t>
            </a:r>
          </a:p>
          <a:p>
            <a:r>
              <a:t>• Includes salary, industry, country, AI skills, and automation risk.</a:t>
            </a:r>
          </a:p>
          <a:p>
            <a:r>
              <a:t>• Data is used for analysis and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Cards show important information.</a:t>
            </a:r>
          </a:p>
          <a:p>
            <a:r>
              <a:t>• Charts show job trends and salary comparison.</a:t>
            </a:r>
          </a:p>
          <a:p>
            <a:r>
              <a:t>• Map shows jobs across countries.</a:t>
            </a:r>
          </a:p>
          <a:p>
            <a:r>
              <a:t>• Treemap shows top AI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jobs are increasing every year.</a:t>
            </a:r>
          </a:p>
          <a:p>
            <a:r>
              <a:t>• High AI jobs give better salary.</a:t>
            </a:r>
          </a:p>
          <a:p>
            <a:r>
              <a:t>• Some jobs have high automation risk.</a:t>
            </a:r>
          </a:p>
          <a:p>
            <a:r>
              <a:t>• AI skills are in high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is changing the global job market.</a:t>
            </a:r>
          </a:p>
          <a:p>
            <a:r>
              <a:t>• Dashboard helps understand future job trends.</a:t>
            </a:r>
          </a:p>
          <a:p>
            <a:r>
              <a:t>• Data visualization makes analysis easy.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</TotalTime>
  <Words>170</Words>
  <Application>Microsoft Office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Vapor Trail</vt:lpstr>
      <vt:lpstr>AI Impact on Global Jobs</vt:lpstr>
      <vt:lpstr>Project Introduction</vt:lpstr>
      <vt:lpstr>Dataset Information</vt:lpstr>
      <vt:lpstr>Dashboard Overview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Pratik raj</cp:lastModifiedBy>
  <cp:revision>2</cp:revision>
  <dcterms:created xsi:type="dcterms:W3CDTF">2013-01-27T09:14:16Z</dcterms:created>
  <dcterms:modified xsi:type="dcterms:W3CDTF">2026-05-14T16:13:09Z</dcterms:modified>
  <cp:category/>
</cp:coreProperties>
</file>